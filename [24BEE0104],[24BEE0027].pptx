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 Black"/>
      <p:regular r:id="rId201315"/>
    </p:embeddedFont>
    <p:embeddedFont>
      <p:font typeface="Geis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3250"/>
            <a:ext cx="10868745" cy="10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Smart Battery Management System for Lithium-Ion Batteries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332015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BEDF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3566517"/>
            <a:ext cx="10868745" cy="1418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Kabilan M</a:t>
            </a:r>
            <a:pPr algn="ctr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24BEE0104</a:t>
            </a:r>
            <a:endParaRPr lang="en-US" sz="1300" dirty="0"/>
          </a:p>
          <a:p>
            <a:pPr algn="ctr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Benedict Rock Rex R</a:t>
            </a:r>
            <a:pPr algn="ctr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24BEE0027</a:t>
            </a:r>
            <a:endParaRPr lang="en-US" sz="1300" dirty="0"/>
          </a:p>
          <a:p>
            <a:pPr algn="ctr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Department:</a:t>
            </a:r>
            <a:pPr algn="ctr" indent="0" marL="0">
              <a:lnSpc>
                <a:spcPct val="108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Electrical and Electronics Engineering</a:t>
            </a: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Subject :</a:t>
            </a:r>
            <a:pPr algn="ctr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BEEE410L — Machine Learning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41662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209826"/>
            <a:ext cx="10868745" cy="1306413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Software-Based ML BMS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Build a software-only battery management system using NASA lithium-ion aging data.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SOH Estimation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Train models to estimate battery State-of-Health and predict remaining capacity.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SOC Prediction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Predict State-of-Charge from voltage, current, and temperature data.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Degradation Analysis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Study battery aging trends across charge-discharge cycles.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Comparison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Compare models using MAE, RMSE, and R².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989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Methodology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9153"/>
            <a:ext cx="10868745" cy="4767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5303" y="4652873"/>
            <a:ext cx="1642671" cy="611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Pre-processing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955303" y="5348325"/>
            <a:ext cx="1642671" cy="47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 and normalize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173680" y="4958767"/>
            <a:ext cx="1642670" cy="305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73680" y="5348325"/>
            <a:ext cx="1642670" cy="47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 and evaluate models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03632" y="1907666"/>
            <a:ext cx="1642671" cy="305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403632" y="2297224"/>
            <a:ext cx="1642671" cy="23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 raw data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01093" y="1907666"/>
            <a:ext cx="1642670" cy="611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Feature Extraction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601093" y="2603119"/>
            <a:ext cx="1642670" cy="470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Derive meaningful features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2384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Timeline — 8 Weeks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800548"/>
            <a:ext cx="10868745" cy="212496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Weeks 1–2: Literature review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Weeks 2–3: Dataset collection and EDA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Weeks 3–4: Data pre-processing and feature engineering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Weeks 4–6: Model development and tuning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Weeks 6–7: Model testing and evaluation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 7: BMS dashboard development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Weeks 7–8: Results compilation and documentation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 8: Final report and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7782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Expected Outcomes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65946"/>
            <a:ext cx="10868745" cy="1794272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Trained ML models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Linear Regression, Decision Tree, and Random Forest models for SOH estimation using NASA battery cycling data.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SOC prediction exploration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Initial assessment of whether the same data can support SOC prediction as an additional capability.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Performance evaluation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Model comparison using MAE, RMSE, and R² on a held-out test set.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Battery degradation analysis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Analysis of capacity fade, internal resistance growth, and cycle-by-cycle aging trends.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Comparative results table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Side-by-side summary of model performance with key interpretation points.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Technical report and dashboard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Final documentation, code repository, and an interactive BMS dashboard for visualizing battery states and predictions.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92052"/>
            <a:ext cx="10868745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50" b="1" spc="-6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References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160216"/>
            <a:ext cx="10868745" cy="140573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NASA Ames Prognostics Center of Excellence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Li-Ion Battery Aging Dataset.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Primary experimental dataset used for model training, validation, and evaluation. Includes charge, discharge, and impedance measurements across multiple battery cells.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Saha, B., &amp; Goebel, K. (2009)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Battery Data Set.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Foundational reference for the experimental protocol, battery cell specifications, and measurement conventions applied in the NASA aging dataset.</a:t>
            </a:r>
            <a:endParaRPr lang="en-US" sz="1300" dirty="0"/>
          </a:p>
          <a:p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Literature — ML-Based BMS</a:t>
            </a:r>
            <a:pPr algn="l" marL="264160" indent="-264160">
              <a:lnSpc>
                <a:spcPct val="108000"/>
              </a:lnSpc>
              <a:buSzPct val="100000"/>
              <a:buChar char="•"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Peer-reviewed studies on lithium-ion battery management systems and machine learning-based SOH/SOC estimation. Informed feature selection, model choice, evaluation metrics, and temporal train/test splitting.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2026-08-18T18:53:30Z</dcterms:created>
  <dcterms:modified xsi:type="dcterms:W3CDTF">2026-08-18T18:53:30Z</dcterms:modified>
</cp:coreProperties>
</file>